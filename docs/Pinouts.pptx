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04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9:49:16.4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24575,'9'-3'0,"0"0"0,0 0 0,0 1 0,0 0 0,0 1 0,0 0 0,16 1 0,2-1 0,941-12 0,-590 15 0,-343 0 0,-1 1 0,1 1 0,46 13 0,99 35 0,-174-49 0,56 19 0,-2 2 0,90 52 0,103 80 0,-242-147 0,0 0 0,-1 2 0,-1-1 0,0 1 0,0 0 0,-1 1 0,-1 0 0,0 0 0,0 1 0,8 23 0,28 48 0,-17-50 0,1-1 0,2-1 0,1-1 0,1-1 0,2-2 0,42 28 0,-57-43 0,0 0 0,-1 1 0,-1 2 0,-1-1 0,0 2 0,-1 0 0,0 1 0,-2 0 0,0 1 0,-1 0 0,10 26 0,44 80 0,-45-89 0,30 70 0,-12-14 0,-20-51 0,23 79 0,23 102 0,-10-36 0,-12-68 0,-26-80 0,13 51 0,218 805 0,-199-764 0,6-2 0,125 216 0,-132-275 0,3-2 0,2-3 0,68 65 0,-86-97 0,2-2 0,1-2 0,1-1 0,1-2 0,1-1 0,1-3 0,2-1 0,76 25 0,-77-34 0,1-2 0,-1-2 0,58 2 0,-65-6 0,444 4 0,-276-9 0,469 2-1365,-647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9:49:22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24575,'9'2'0,"0"-1"0,0 2 0,-1 0 0,1 0 0,0 0 0,-1 1 0,0 0 0,0 1 0,0 0 0,10 8 0,24 13 0,-25-16 0,0 1 0,-1 1 0,0 0 0,-1 1 0,24 26 0,-37-36 0,0-1 0,0 1 0,-1-1 0,1 1 0,-1-1 0,0 1 0,1 0 0,-1 0 0,-1 0 0,1 0 0,0 0 0,-1 0 0,1 0 0,-1 0 0,0 0 0,0 0 0,0 0 0,0 0 0,-1 0 0,1 0 0,-1 0 0,0-1 0,0 1 0,0 0 0,0 0 0,0 0 0,0-1 0,-1 1 0,0 0 0,1-1 0,-5 4 0,-6 11 0,-1-2 0,-1 1 0,-26 20 0,25-22 0,-3 3-115,-59 60-1135,67-64-5576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9:51:05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6887 1 24575,'-22'1'0,"1"1"0,0 1 0,-23 6 0,5-1 0,-1251 308 0,1250-303 0,5-4 0,1 2 0,0 2 0,1 1 0,0 1 0,1 2 0,-31 22 0,56-33 0,1 1 0,0 0 0,0 1 0,0 0 0,1-1 0,0 2 0,-4 9 0,-23 33 0,-287 284 0,108-122 0,131-126 0,3 4 0,5 2 0,3 4 0,5 3 0,4 2 0,-73 176 0,-260 843 0,370-1049 0,-50 168 0,-51 301 0,100-436 0,-44 122 0,51-174 0,-207 693 0,181-583 0,-8-2 0,-72 153 0,106-276 0,-39 93 0,51-117 0,1 1 0,0-1 0,1 1 0,0 0 0,2 0 0,0 1 0,0 15 0,3-24 0,-1 1 0,1-1 0,0 0 0,1 0 0,0 0 0,0-1 0,0 1 0,6 8 0,-5-8 0,1 1 0,-1 0 0,-1-1 0,0 2 0,0-1 0,2 10 0,-3-6 0,-2 0 0,1 0 0,-2 0 0,0 0 0,0 0 0,-1 0 0,-6 22 0,-1-6 0,-2 0 0,-13 27 0,21-50 0,1-1 0,0 0 0,-1 1 0,0-1 0,0-1 0,0 1 0,0 0 0,-1-1 0,0 0 0,1 1 0,-1-1 0,0-1 0,0 1 0,-1-1 0,1 1 0,-1-1 0,1 0 0,-1-1 0,1 1 0,-1-1 0,0 0 0,0 0 0,-9 0 0,-6-1 0,0-2 0,-1 0 0,1-1 0,-32-9 0,-37-4 0,73 16 0,1 1 0,-1 0 0,1 1 0,-1 0 0,1 2 0,-29 9 0,1 4 0,-42 23 0,79-36 0,1 0 0,-1 0 0,1 0 0,0 1 0,1-1 0,-1 1 0,1 0 0,0 1 0,0-1 0,1 1 0,-1 0 0,1-1 0,0 1 0,1 1 0,0-1 0,0 0 0,0 1 0,-1 6 0,-2 17 0,1-1 0,0 49 0,4-69 0,0 1 0,0-1 0,1 0 0,1-1 0,-1 1 0,1 0 0,1 0 0,0-1 0,0 1 0,1-1 0,0 0 0,0 0 0,1 0 0,6 8 0,1-3 0,0 0 0,1 0 0,0-1 0,1-1 0,0 0 0,19 9 0,-33-19 0,1-1 0,0 0 0,0 1 0,0-1 0,0 1 0,0-1 0,0 1 0,0-1 0,-1 1 0,1 0 0,0-1 0,0 1 0,-1 0 0,1-1 0,0 1 0,-1 0 0,1 0 0,-1 0 0,1 0 0,-1 0 0,1 0 0,-1-1 0,0 1 0,0 0 0,1 0 0,-1 0 0,0 0 0,0 0 0,0 0 0,0 0 0,0 0 0,0 0 0,0 0 0,0 0 0,-1 0 0,1 0 0,0 0 0,0 0 0,-1 0 0,1 0 0,-1 0 0,1 0 0,-1 0 0,1 0 0,-1-1 0,0 1 0,1 0 0,-1 0 0,0-1 0,1 1 0,-2 0 0,-7 5 0,0 1 0,0-2 0,0 0 0,-14 6 0,-5 3 0,-8 13 0,1 2 0,1 2 0,2 1 0,-53 67 0,20-22 0,-128 169 0,-34 38 0,42-103 0,83-84 0,79-77 0,-1-1 0,-44 26 0,24-15 0,-239 146 0,153-98 0,105-62 0,-2-1 0,0-1 0,-52 18 0,-28 9 0,81-29 0,-1-1 0,0-2 0,0 0 0,-1-2 0,0-1 0,-51 4 0,53-10-1365,3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9:51:11.1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209 426 24575,'-8'-1'0,"0"1"0,1-2 0,-1 1 0,1-1 0,-1 0 0,1 0 0,-1-1 0,1 0 0,-9-5 0,-60-43 0,55 35 0,19 14 0,0 1 0,0-1 0,0 0 0,0 0 0,0 0 0,0 0 0,1 0 0,-1 0 0,1 0 0,-1-1 0,1 1 0,0 0 0,0-1 0,0 1 0,0-1 0,0 1 0,1-1 0,-1 0 0,1-3 0,0 1 0,0 0 0,1 1 0,-1-1 0,1 0 0,0 0 0,1 0 0,-1 1 0,1-1 0,4-7 0,5-6 0,0 1 0,1 0 0,27-28 0,-13 17-455,2 2 0,55-43 0,-64 57-6371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9:53:13.1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22217 1244 24575,'-35'-1'0,"0"-1"0,0-2 0,0-2 0,1-1 0,0-1 0,0-2 0,-44-19 0,10 1 0,-251-96 0,199 78 0,70 26 0,-105-29 0,-159-9 0,-134-32 0,345 68 0,-170-16 0,220 33 0,-186-15 0,-79-10 0,121-2 0,87 12 0,-161-8 0,-348-35 0,302 22 0,-132 10 0,-162-36 0,406 36 0,-300-7 0,24-1 0,125 5 0,-218 23 0,-181-13 0,-385-88 0,982 91 0,67 7 0,-124-2 0,175 14 0,-50-8 0,49 4 0,-47-1 0,10 7 0,-1236 2 0,907 11 0,-140 1 0,490-14 0,-680 25 0,397 1 0,-80 10 0,-144 13 0,486-43 0,-596 52 0,471-39 0,-1143 127 0,1111-114 0,-319 86 0,213-10 0,42-12 0,-72 6 0,-198 60 0,16 40 0,486-167 0,2 2 0,2 3 0,-85 71 0,21-17 0,61-46 0,1 3 0,-97 99 0,135-117 0,1 1 0,-38 69 0,-24 31 0,41-65 0,2 2 0,-60 133 0,33-60 0,-30 78 0,27-57 0,-82 190 0,87-191 0,-50 160 0,46-115 0,-60 209 0,64-191 0,-46 237 0,55-195 0,-36 168 0,61-173 0,17-108 0,-32 149 0,39-194 0,6-1 0,8 125 0,1-65 0,-5-71 0,5 113 0,5-156 0,21 83 0,3 8 0,50 494 0,-74-595 0,41 217 0,-16-124 0,19 180 0,-44-261 0,1-1 0,4-1 0,1 0 0,37 89 0,-46-133 0,1-2 0,-1 1 0,2-1 0,0 0 0,0 0 0,1 0 0,0-1 0,0 0 0,1-1 0,0 0 0,1-1 0,16 11 0,-12-11 0,-1 0 0,1-1 0,0-1 0,0-1 0,1 0 0,0-1 0,-1 0 0,1-1 0,29 0 0,8-1 0,137-5 0,-176 2 0,0 0 0,-1-1 0,1 0 0,-1-1 0,0-1 0,0 0 0,16-10 0,79-56 0,-48 31 0,97-72 0,-64 44 0,129-74 0,-23 21-1365,-175 107-5461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9:53:14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28 24575,'25'-1'0,"0"-1"0,36-9 0,-41 6 0,0 2 0,0 0 0,1 1 0,29 2 0,-48 0 0,0 0 0,0 0 0,0 0 0,0 0 0,0 1 0,0-1 0,0 1 0,0 0 0,0-1 0,0 1 0,0 0 0,0 0 0,-1 0 0,1 0 0,0 0 0,-1 1 0,1-1 0,-1 1 0,0-1 0,1 1 0,-1-1 0,0 1 0,0 0 0,0-1 0,0 1 0,0 0 0,0 0 0,0 0 0,-1 0 0,1 0 0,-1 0 0,1 0 0,-1 0 0,0 0 0,0 0 0,0 0 0,0 0 0,0 0 0,0 0 0,-1 0 0,1 0 0,-2 3 0,-2 11 0,0 1 0,-2-1 0,0 0 0,-10 19 0,3-9 0,-13 52-1365,18-61-5461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9:53:29.2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21538 1244 24575,'-14'-1'0,"0"-1"0,0 0 0,0-1 0,0 0 0,1-1 0,-1-1 0,-17-9 0,-8-1 0,-1054-348 0,1040 350 0,1 2 0,-59-4 0,50 8 0,-66-17 0,61 11 0,0 2 0,-1 4 0,-74 1 0,-111-11 0,-199-54 0,-238-31 0,183 13 0,-6 0 0,-456 6 0,640 54 0,-40-1 0,-177-8 0,-274-6 0,509 31 0,1 0 0,-296-34 0,339 18 0,-606-2 0,830 31 0,-500 17 0,-222-3 0,493-17 0,-1251 2 0,1229 17 0,75-3 0,-686 61 0,370-18 0,-594 74 0,469-8 0,373-29 0,105-31 0,-76 15 0,-138 46 0,266-78 0,-123 64 0,188-73 0,2 3 0,-68 55 0,-55 35 0,130-94 0,1 3 0,-77 72 0,-83 104 0,16-15 0,54-60 0,-248 306 0,28-3 0,191-221 0,18-21 0,66-99 0,-107 136 0,178-208 0,3 0 0,0 1 0,2 1 0,1 0 0,2 1 0,-7 33 0,-17 47 0,-112 420 0,117-378 0,16-76 0,-29 96 0,16-77 0,-14 100 0,-7 29 0,26-146 0,-15 114 0,31-157 0,-17 55 0,-2 12 0,-7 138 0,20-140 0,-3 52 0,10-94 0,-3 0 0,-26 101 0,-4 32 0,26-124 0,4-23 0,-2 80 0,9-119 0,-1 5 0,0 0 0,2-1 0,-1 1 0,2 0 0,0 0 0,0-1 0,1 1 0,0-1 0,1 1 0,7 14 0,121 176 0,-123-191 0,0-1 0,0-1 0,1 0 0,0 0 0,0 0 0,1-2 0,1 1 0,23 11 0,3-2 0,62 20 0,-35-18 0,1-2 0,124 14 0,-152-28-136,-1-1-1,1-2 1,0-2-1,-1-2 1,1-1-1,-1-2 1,0-1-1,-1-2 0,49-20 1,-65 21-6690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4T19:53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24575,'54'0'0,"-1"2"0,84 13 0,-105-11 0,-22-4 0,1 1 0,-1 1 0,0 0 0,17 5 0,-25-6 0,-1 0 0,1 0 0,0 0 0,0 0 0,0 0 0,-1 0 0,1 0 0,-1 0 0,1 1 0,-1-1 0,1 1 0,-1-1 0,0 1 0,0-1 0,0 1 0,0 0 0,0 0 0,0 0 0,0-1 0,0 1 0,-1 0 0,1 0 0,-1 0 0,1 0 0,-1 0 0,0 0 0,0 0 0,0 4 0,-1 1 0,0 1 0,0-1 0,-1 0 0,0 0 0,0 0 0,-1 0 0,0 0 0,0-1 0,0 1 0,-1-1 0,0 0 0,0 0 0,-8 8 0,-8 5 0,1 0 0,-32 22 0,14-11 0,-8 4-6,26-20-447,0 1 0,-28 29 0,36-31-6373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25:07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6 24575,'-5'0'0,"-1"1"0,1 0 0,0 1 0,0-1 0,-1 1 0,1 0 0,0 0 0,0 1 0,1 0 0,-1-1 0,0 1 0,1 1 0,0-1 0,0 1 0,0 0 0,0 0 0,0 0 0,1 0 0,-5 8 0,4-7 0,1 1 0,0-1 0,0 0 0,0 1 0,0 0 0,1 0 0,0-1 0,1 1 0,-1 0 0,1 1 0,0-1 0,0 0 0,1 0 0,0 0 0,0 1 0,2 11 0,-1-16 0,-1 1 0,1-1 0,0 1 0,0-1 0,0 0 0,0 1 0,0-1 0,1 0 0,-1 0 0,1 0 0,-1 0 0,1 0 0,0 0 0,0 0 0,0 0 0,0-1 0,0 1 0,0-1 0,0 1 0,1-1 0,-1 0 0,0 0 0,1 0 0,-1 0 0,1 0 0,-1-1 0,5 1 0,-2-1 0,-1 0 0,1 0 0,0-1 0,0 0 0,0 0 0,-1 0 0,1 0 0,0-1 0,-1 0 0,1 1 0,-1-2 0,0 1 0,8-6 0,-8 5 0,0 0 0,0 0 0,-1 0 0,0 0 0,1-1 0,-1 0 0,0 1 0,0-1 0,-1 0 0,0 0 0,1-1 0,-1 1 0,0 0 0,1-6 0,-3 8 0,1-1 0,-1 0 0,0 1 0,0-1 0,0 1 0,0-1 0,0 1 0,-1-1 0,1 1 0,-1-1 0,0 1 0,0-1 0,1 1 0,-2 0 0,1-1 0,0 1 0,0 0 0,-1 0 0,1 0 0,-1 0 0,0 0 0,1 0 0,-1 0 0,0 0 0,0 1 0,0-1 0,-4-1 0,0-1 0,0 1 0,0 0 0,0 0 0,0 1 0,0 0 0,0 0 0,-1 0 0,1 1 0,-1 0 0,1 0 0,-1 1 0,1-1 0,-1 2 0,-13 1 0,17-2 0,0 1 0,0 0 0,0 0 0,0 0 0,0 0 0,0 0 0,0 1 0,0-1 0,0 1 0,1 0 0,-1 0 0,1 0 0,-1 0 0,1 1 0,0-1 0,0 0 0,0 1 0,0 0 0,0-1 0,1 1 0,-1 0 0,1 0 0,0 0 0,0 0 0,0 0 0,0 0 0,0 0 0,1 1 0,-1-1 0,1 0 0,0 0 0,0 5 0,0-7 0,0 1 0,0 0 0,0 0 0,0 0 0,0 0 0,1-1 0,-1 1 0,1 0 0,-1 0 0,1 0 0,-1-1 0,1 1 0,0 0 0,0-1 0,0 1 0,0-1 0,0 1 0,0-1 0,1 1 0,-1-1 0,0 0 0,1 0 0,-1 0 0,1 0 0,-1 0 0,1 0 0,0 0 0,-1 0 0,1 0 0,0-1 0,0 1 0,-1-1 0,1 1 0,0-1 0,0 0 0,0 0 0,-1 0 0,1 0 0,0 0 0,0 0 0,0 0 0,0 0 0,3-2 0,0 1 0,0 0 0,1 0 0,-1-1 0,0 0 0,0 0 0,0 0 0,0 0 0,-1-1 0,1 0 0,-1 0 0,0 0 0,1-1 0,-1 1 0,4-6 0,-6 7 0,0 0 0,-1 0 0,1-1 0,-1 1 0,0 0 0,0 0 0,1-1 0,-1 1 0,-1-1 0,1 1 0,0-1 0,-1 1 0,1-1 0,-1 1 0,0-1 0,0 0 0,0 1 0,0-1 0,0 0 0,-1 1 0,1-1 0,-1 1 0,1-1 0,-1 1 0,0-1 0,0 1 0,0 0 0,-1-1 0,-2-3 0,2 4 0,0 1 0,0-1 0,-1 0 0,1 1 0,-1-1 0,0 1 0,1 0 0,-1 0 0,0 0 0,1 0 0,-1 1 0,0-1 0,0 1 0,0-1 0,0 1 0,0 0 0,0 0 0,0 1 0,1-1 0,-1 0 0,0 1 0,0 0 0,0 0 0,0 0 0,1 0 0,-1 0 0,-2 2 0,3-2 0,0 0 0,0 0 0,-1 0 0,1 0 0,1 0 0,-1 1 0,0-1 0,0 1 0,0 0 0,1-1 0,-1 1 0,1 0 0,-1 0 0,1 0 0,0 0 0,0 0 0,0 0 0,0 0 0,0 1 0,0-1 0,1 0 0,-1 0 0,1 1 0,-1-1 0,1 0 0,0 1 0,0-1 0,0 0 0,0 1 0,1-1 0,-1 1 0,0-1 0,1 0 0,0 0 0,0 1 0,-1-1 0,1 0 0,0 0 0,1 0 0,-1 0 0,0 0 0,1 0 0,-1 0 0,1 0 0,-1-1 0,1 1 0,0-1 0,0 1 0,0-1 0,0 0 0,0 1 0,0-1 0,0 0 0,0 0 0,0 0 0,4 0 0,-1 0 0,0 0 0,1-1 0,-1 0 0,1 0 0,-1 0 0,1-1 0,-1 1 0,0-1 0,1-1 0,-1 1 0,0-1 0,0 0 0,0 0 0,0 0 0,0-1 0,0 0 0,-1 1 0,5-5 0,-6 5 0,0-1 0,0 0 0,-1 1 0,1-1 0,-1 0 0,0 0 0,0 0 0,0 0 0,0-1 0,0 1 0,-1-1 0,1 1 0,-1-1 0,0 1 0,0-1 0,0 0 0,-1 1 0,1-1 0,-1 0 0,0 0 0,0 1 0,0-1 0,-1 0 0,1 0 0,-1 1 0,0-1 0,-1-4 0,0 6 0,1 0 0,-1 0 0,1-1 0,-1 1 0,0 0 0,0 0 0,0 1 0,0-1 0,0 0 0,0 1 0,0-1 0,-1 1 0,1 0 0,0-1 0,-1 1 0,1 0 0,-1 1 0,0-1 0,1 0 0,-1 1 0,0-1 0,1 1 0,-1 0 0,0 0 0,1 0 0,-1 0 0,0 1 0,1-1 0,-1 1 0,-4 1 0,4-2 0,1 0 0,0 1 0,0-1 0,-1 1 0,1-1 0,0 1 0,0 0 0,0 0 0,0 0 0,0 0 0,0 0 0,0 1 0,0-1 0,0 1 0,0-1 0,1 1 0,-1-1 0,1 1 0,-1 0 0,1 0 0,0 0 0,-1 0 0,1 0 0,0 0 0,0 0 0,1 0 0,-1 0 0,0 1 0,1-1 0,-1 0 0,1 0 0,0 1 0,0-1 0,0 0 0,0 5 0,0-7 0,0-1 0,1 0 0,-1 1 0,0-1 0,0 1 0,0-1 0,1 1 0,-1-1 0,0 1 0,1-1 0,-1 1 0,1-1 0,-1 1 0,0-1 0,1 1 0,-1-1 0,1 1 0,-1 0 0,1-1 0,-1 1 0,1 0 0,0 0 0,-1-1 0,1 1 0,-1 0 0,1 0 0,-1 0 0,1 0 0,0-1 0,-1 1 0,1 0 0,0 0 0,-1 0 0,1 0 0,-1 1 0,1-1 0,0 0 0,-1 0 0,1 0 0,-1 0 0,1 1 0,-1-1 0,1 0 0,-1 1 0,1-1 0,0 0 0,-1 1 0,0-1 0,1 0 0,-1 1 0,1-1 0,-1 1 0,1-1 0,-1 1 0,0-1 0,0 1 0,1-1 0,-1 1 0,0 0 0,0-1 0,1 1 0,-1-1 0,0 1 0,0-1 0,0 1 0,0 1 0,1-3 0,-1 0 0,1 0 0,-1 1 0,0-1 0,1 0 0,-1 0 0,0 0 0,0 0 0,0 0 0,1 0 0,-1 0 0,0 1 0,0-1 0,0 0 0,0 0 0,0 0 0,-1 0 0,1 0 0,0 0 0,0 0 0,-1 1 0,1-1 0,0 0 0,-1 0 0,1 0 0,-1 0 0,1 1 0,-1-1 0,1 0 0,-1 1 0,0-1 0,1 0 0,-1 1 0,0-1 0,1 1 0,-1-1 0,0 1 0,0-1 0,0 1 0,1 0 0,-1-1 0,0 1 0,0 0 0,0-1 0,0 1 0,0 0 0,0 0 0,0 0 0,1 0 0,-1 0 0,0 0 0,0 0 0,0 0 0,0 1 0,-1-1 0,1 1-24,0-1 0,0 0 0,0 0 0,0 1 0,0-1 1,0 1-1,0-1 0,0 1 0,0 0 0,0-1 0,0 1 0,0 0 0,1-1 0,-1 1 0,0 0 0,1 0 0,-1 0 0,0 0 0,1 0 0,-1-1 0,1 1 0,-1 0 0,1 0 0,0 0 0,-1 1 0,1-1 1,0 0-1,0 0 0,0 0 0,0 0 0,0 0 0,0 0 0,0 0 0,0 0 0,0 0 0,0 0 0,1 0 0,-1 0 0,0 0 0,1 0 0,-1 0 0,1 0 0,-1 0 0,1 0 0,-1 0 0,1 0 0,0 0 1,-1 0-1,1-1 0,0 1 0,0 0 0,0-1 0,-1 1 0,1 0 0,0-1 0,2 2 0,10 4-6802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25:13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0 24575,'1'70'0,"-3"78"0,2-146 0,0 0 0,0 0 0,-1 0 0,1-1 0,0 1 0,-1 0 0,0 0 0,1 0 0,-1-1 0,0 1 0,0 0 0,0-1 0,0 1 0,0-1 0,0 1 0,-1-1 0,1 1 0,0-1 0,-1 0 0,1 0 0,-1 1 0,0-1 0,-2 1 0,-2 0 0,0 0 0,-1 0 0,1-1 0,-1 1 0,-10-1 0,13-1 0,-1 0 0,1 1 0,-1-1 0,1 1 0,-1 0 0,1 0 0,0 0 0,0 1 0,0-1 0,-1 1 0,1 0 0,1 0 0,-1 1 0,-7 4 0,0 10 0,0 0 0,1 1 0,1 0 0,1 0 0,1 1 0,0-1 0,1 2 0,-4 25 0,3-17 0,4-18 0,1 0 0,0 0 0,0 1 0,2-1 0,-1 0 0,1 1 0,0-1 0,1 1 0,1-1 0,0 0 0,3 11 0,-4-17 0,1 1 0,0-1 0,0 0 0,0 0 0,0 1 0,1-2 0,0 1 0,0 0 0,0-1 0,0 1 0,0-1 0,1 0 0,0 0 0,-1 0 0,1 0 0,0-1 0,1 0 0,-1 0 0,0 0 0,0 0 0,1 0 0,-1-1 0,1 0 0,0 0 0,-1 0 0,6 0 0,-1-1 0,-1 2 0,0-1 0,0 1 0,0 1 0,0-1 0,0 1 0,-1 0 0,1 1 0,-1 0 0,0 0 0,0 1 0,6 5 0,0 2 0,0 1 0,-1 0 0,-1 0 0,16 25 0,96 116 0,-8-12 0,29 43 0,-15-21 0,11 30 0,-114-162 0,68 76 0,12 7 0,32 25 0,31 20 0,19 40 0,-120-139 0,28 31 0,-60-51 0,176 182 0,-209-219 0,1 0 0,-1 0 0,0 0 0,0 1 0,0-1 0,0 1 0,-1-1 0,0 1 0,0 0 0,0 0 0,2 8 0,3 60 0,-7-60 0,1 1 0,1 0 0,0 0 0,4 14 0,-5-23 0,1 0 0,0-1 0,0 1 0,1-1 0,-1 1 0,1-1 0,0 0 0,0 0 0,1 0 0,-1 0 0,1-1 0,0 1 0,-1-1 0,2 0 0,5 3 0,5 4 0,1-1 0,0-1 0,0-1 0,1 0 0,0-1 0,0-1 0,1 0 0,-1-1 0,1-1 0,0-1 0,30 0 0,-24-2 0,15-2 0,0 2 0,-1 1 0,1 3 0,0 1 0,60 16 0,-73-15 0,1-1 0,0-2 0,1 0 0,-1-2 0,54-4 0,-6 1 0,-60 0 0,0 1 0,0-2 0,0 0 0,-1-1 0,1-1 0,20-9 0,-16 6 0,0 2 0,40-10 0,110-19 0,-119 23 0,-26 6 0,1 0 0,0 2 0,47-3 0,-40 5 0,43-6 0,-42 3 0,44-1 0,552 7-1365,-610-1-5461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25:29.7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47 221 24575,'0'3'0,"0"0"0,0 0 0,0-1 0,0 1 0,0 0 0,1-1 0,0 1 0,-1 0 0,1-1 0,0 1 0,0 0 0,1-1 0,-1 0 0,0 1 0,1-1 0,-1 0 0,1 1 0,0-1 0,0 0 0,3 2 0,-2-2 0,0-1 0,0 1 0,0-1 0,0 0 0,1 0 0,-1 0 0,1 0 0,-1 0 0,0-1 0,1 0 0,-1 1 0,1-1 0,-1-1 0,1 1 0,-1 0 0,5-2 0,-1 0 0,0 0 0,0 0 0,0-1 0,0 0 0,-1-1 0,1 0 0,-1 0 0,0 0 0,0 0 0,0-1 0,0 0 0,-1-1 0,0 1 0,0-1 0,-1 0 0,1 0 0,-1 0 0,-1-1 0,1 1 0,-1-1 0,0 0 0,0 0 0,-1 0 0,0 0 0,-1-1 0,2-13 0,-2 20 0,-1 0 0,0-1 0,0 1 0,1 0 0,-1 0 0,0 0 0,0-1 0,0 1 0,0 0 0,-1 0 0,1 0 0,0 0 0,0-1 0,-1 1 0,1 0 0,-1 0 0,1 0 0,-1 0 0,1 0 0,-1 0 0,0 0 0,1 0 0,-1 0 0,0 0 0,0 0 0,0 1 0,0-1 0,1 0 0,-1 1 0,0-1 0,-1 0 0,1 1 0,0-1 0,0 1 0,0-1 0,0 1 0,0 0 0,0 0 0,0-1 0,-1 1 0,1 0 0,0 0 0,0 0 0,0 0 0,-1 0 0,1 0 0,0 1 0,0-1 0,-2 1 0,-2 0 0,0 1 0,0-1 0,1 1 0,-1 0 0,1 0 0,-1 1 0,1 0 0,0-1 0,0 1 0,-6 6 0,7-6 0,0 1 0,0 0 0,1-1 0,-1 1 0,1 0 0,0 1 0,0-1 0,1 0 0,-1 1 0,1-1 0,0 1 0,-1 8 0,1-12 0,1 1 0,0-1 0,1 1 0,-1-1 0,0 0 0,0 1 0,1-1 0,-1 0 0,0 1 0,1-1 0,0 0 0,-1 1 0,1-1 0,0 0 0,-1 0 0,1 0 0,0 0 0,0 1 0,0-1 0,0-1 0,0 1 0,0 0 0,0 0 0,1 0 0,-1 0 0,0-1 0,0 1 0,1-1 0,-1 1 0,0-1 0,1 1 0,-1-1 0,0 0 0,1 1 0,-1-1 0,1 0 0,-1 0 0,0 0 0,1 0 0,-1 0 0,1-1 0,-1 1 0,0 0 0,1-1 0,1 0 0,2-1 0,-1 1 0,0-1 0,0 0 0,0 0 0,0-1 0,0 1 0,0-1 0,0 0 0,-1 0 0,0 0 0,1 0 0,-1-1 0,0 1 0,-1-1 0,1 0 0,-1 0 0,1 0 0,-1 0 0,0 0 0,-1 0 0,1-1 0,1-5 0,-2 6 0,1 0 0,-1 1 0,0-1 0,0 0 0,-1 0 0,1 1 0,-1-1 0,0 0 0,0 0 0,0 0 0,0 0 0,-1 0 0,1 0 0,-1 1 0,0-1 0,0 0 0,-1 1 0,1-1 0,-1 0 0,0 1 0,0 0 0,0-1 0,0 1 0,0 0 0,-1 0 0,-4-4 0,6 6 0,0 0 0,0 1 0,0-1 0,0 1 0,0-1 0,0 1 0,0-1 0,0 1 0,-1 0 0,1-1 0,0 1 0,0 0 0,0 0 0,0 0 0,-1 0 0,1 0 0,0 0 0,0 0 0,0 1 0,0-1 0,0 0 0,-1 0 0,1 1 0,0-1 0,0 1 0,-1 0 0,-1 1 0,1 0 0,0 0 0,0 0 0,0 0 0,0 0 0,1 0 0,-1 1 0,1-1 0,-1 1 0,1-1 0,-2 4 0,2-3 0,0 0 0,-1 1 0,1-1 0,0 0 0,1 0 0,-1 1 0,0-1 0,1 0 0,0 1 0,0-1 0,0 0 0,0 1 0,1-1 0,-1 0 0,1 1 0,0-1 0,0 0 0,0 0 0,0 0 0,3 6 0,-2-7 0,0 0 0,0-1 0,0 1 0,0 0 0,1-1 0,-1 1 0,0-1 0,1 0 0,-1 0 0,1 0 0,0 0 0,-1 0 0,1 0 0,0-1 0,-1 1 0,1-1 0,0 0 0,0 0 0,-1 0 0,1 0 0,0 0 0,0-1 0,-1 1 0,1-1 0,0 0 0,-1 0 0,1 0 0,-1 0 0,1 0 0,-1 0 0,1-1 0,-1 1 0,0-1 0,0 0 0,0 1 0,0-1 0,2-3 0,-1 3 0,-1 0 0,0-1 0,1 1 0,-1-1 0,0 0 0,-1 0 0,1 0 0,0 0 0,-1 0 0,0 0 0,1 0 0,-1 0 0,0-1 0,-1 1 0,1 0 0,-1-1 0,1 1 0,-1-1 0,0 1 0,0 0 0,-1-1 0,1 1 0,-1-1 0,1 1 0,-1 0 0,0 0 0,0-1 0,-1 1 0,1 0 0,-3-3 0,2 3 0,-1-1 0,0 1 0,-1 0 0,1 0 0,0 0 0,-1 1 0,0-1 0,0 1 0,0 0 0,0 0 0,0 0 0,0 1 0,0-1 0,0 1 0,-1 0 0,1 0 0,0 1 0,-1-1 0,1 1 0,-1 0 0,1 0 0,-1 0 0,1 1 0,0 0 0,-1 0 0,1 0 0,0 0 0,-1 0 0,1 1 0,0 0 0,0 0 0,0 0 0,1 0 0,-1 1 0,0 0 0,1-1 0,0 1 0,-1 1 0,1-1 0,0 0 0,1 1 0,-4 4 0,3-2 0,0 1 0,0 0 0,1 1 0,-1-1 0,2 0 0,-1 1 0,1-1 0,0 1 0,1-1 0,-1 1 0,2-1 0,-1 1 0,2 9 0,-1-14 0,0 1 0,0-1 0,0 0 0,0 0 0,1 0 0,-1 0 0,1 0 0,0-1 0,0 1 0,0 0 0,0-1 0,0 1 0,0-1 0,1 0 0,-1 0 0,1 0 0,0 0 0,-1 0 0,1 0 0,0-1 0,0 1 0,0-1 0,0 0 0,0 0 0,1 0 0,-1 0 0,0-1 0,0 1 0,1-1 0,-1 0 0,0 0 0,5-1 0,-6 1 0,0 0 0,0 0 0,0 0 0,0-1 0,0 1 0,-1-1 0,1 0 0,0 1 0,0-1 0,0 0 0,-1 0 0,1 0 0,0 0 0,-1 0 0,1-1 0,-1 1 0,1 0 0,-1-1 0,0 1 0,0-1 0,1 0 0,-1 1 0,1-3 0,0 0 0,0-1 0,-1 1 0,1-1 0,-1 1 0,0-1 0,0 0 0,-1 1 0,1-1 0,-1 0 0,0-5 0,-1 4 0,1 0 0,-1 0 0,0 0 0,-1 0 0,0 0 0,1 0 0,-6-10 0,6 13 0,-1 1 0,1 0 0,0-1 0,-1 1 0,0 0 0,1 0 0,-1 0 0,0 0 0,0 0 0,0 1 0,0-1 0,-1 0 0,1 1 0,0 0 0,-1-1 0,1 1 0,-3-1 0,-6 0 0,0 0 0,0 1 0,0 0 0,-1 1 0,1 0 0,0 1 0,0 0 0,0 1 0,0 0 0,-12 4 0,20-5 0,0-1 0,0 1 0,-1 1 0,1-1 0,0 0 0,0 1 0,0-1 0,0 1 0,1 0 0,-1 0 0,0 0 0,1 0 0,0 1 0,-1-1 0,1 1 0,0-1 0,0 1 0,0 0 0,0 0 0,1 0 0,-1 0 0,1 0 0,0 0 0,0 0 0,0 0 0,0 0 0,0 1 0,1-1 0,0 0 0,-1 1 0,1-1 0,1 0 0,-1 1 0,0-1 0,1 0 0,-1 1 0,2 3 0,-1-5-105,0 1 0,0 0 0,0-1 0,1 0 0,-1 1 0,1-1 0,-1 0 0,1 0 0,0 0 0,0 0 0,0 0 0,2 2 0,10 6-6721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25:34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24575,'0'5'0,"0"1"0,1-1 0,0 0 0,0 0 0,0 0 0,1 1 0,0-1 0,0-1 0,0 1 0,0 0 0,1 0 0,3 4 0,46 49 0,-44-51 0,0 0 0,0 1 0,-1 0 0,0 1 0,-1 0 0,0 0 0,0 0 0,7 16 0,-5 1 0,1 0 0,2-1 0,1 0 0,0 0 0,2-1 0,1-1 0,0-1 0,2 0 0,25 25 0,-26-29 0,0 1 0,22 35 0,9 12 0,122 118 0,-131-140 0,-11-13 0,-1 0 0,28 47 0,-43-63 0,0 1 0,1-2 0,1 0 0,19 17 0,-18-17 0,1 0 0,-2 1 0,18 25 0,-19-24 0,0-1 0,25 24 0,1 1 0,246 332 0,-220-273 0,-38-55 0,3-1 0,58 68 0,-69-91 0,-2 1 0,15 24 0,-16-23 0,0 0 0,20 21 0,41 55 0,0 9 0,-56-75 0,2-2 0,44 50 0,12 3 0,-65-71 0,-1 1 0,-1 0 0,19 29 0,-21-28 0,2 0 0,-1 0 0,24 22 0,204 190 0,-230-219 0,0-1 0,1 0 0,0 0 0,0-1 0,0 0 0,16 5 0,-16-6 0,0 0 0,0 1 0,0 0 0,0 0 0,0 1 0,10 8 0,-18-12 0,1 1 0,0-1 0,-1 0 0,0 1 0,1-1 0,-1 0 0,0 1 0,0 0 0,0-1 0,-1 1 0,1-1 0,-1 1 0,1 0 0,-1 0 0,0-1 0,0 1 0,0 3 0,-10 54 0,1-14 0,9-31 0,-2 8 0,1-1 0,1 1 0,1-1 0,7 42 0,-7-59 0,1-1 0,-1 1 0,1 0 0,-1-1 0,1 1 0,0-1 0,1 0 0,-1 1 0,1-1 0,0 0 0,0-1 0,0 1 0,1 0 0,-1-1 0,1 0 0,0 0 0,-1 0 0,2 0 0,-1-1 0,0 1 0,0-1 0,1 0 0,-1 0 0,1-1 0,0 1 0,-1-1 0,1 0 0,7 0 0,16 2 0,0-2 0,1-1 0,-1-1 0,39-7 0,-58 7 0,0 0 0,0-1 0,1-1 0,-1 0 0,-1 0 0,1-1 0,0 0 0,-1 0 0,0-1 0,0 0 0,0 0 0,-1-1 0,1 0 0,-1 0 0,-1-1 0,12-13 0,-14 10 0,1 1 0,-1-1 0,0 0 0,-1 0 0,2-12 0,12-32 0,-16 53 0,0 0 0,0 0 0,-1 0 0,1 0 0,0 1 0,0-1 0,0 0 0,0 0 0,0 1 0,0-1 0,0 1 0,0-1 0,0 1 0,1-1 0,-1 1 0,0 0 0,0-1 0,0 1 0,1 0 0,-1 0 0,0 0 0,0 0 0,0 0 0,1 0 0,-1 0 0,0 0 0,0 1 0,2 0 0,44 13 0,-24-5 0,115 15 0,-41-18 0,-73-6 0,0 1 0,0 1 0,28 6 0,-14 2 0,0-3 0,0-1 0,78 2 0,883-9 0,-978 0 0,0-1 0,25-6 0,-25 4 0,1 1 0,24-1 0,7 5-89,-28 0-167,0-1 1,1-1 0,-1-1 0,44-9 0,-55 7-6571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26:11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6772 3 24575,'-135'-2'0,"-143"5"0,213 7 0,46-5 0,0-2 0,-30 1 0,3-1 0,0 1 0,-57 14 0,32-4 0,20-7 0,1 3 0,0 2 0,-92 35 0,13-4 0,77-23 0,32-13 0,-1 2 0,-24 13 0,10-2 0,0 2 0,1 1 0,-41 38 0,54-43 0,0-1 0,-26 15 0,23-16 0,-37 31 0,-16 11 0,55-43 0,-38 33 0,-51 72 0,13-13 0,81-88 0,1 2 0,1 0 0,1 0 0,-17 34 0,3-5 0,3-2 0,20-35 0,-1 0 0,-1 0 0,0-1 0,-1 0 0,0-1 0,-14 15 0,19-23 0,-1-1 0,0 1 0,0-1 0,-1 0 0,1 0 0,0-1 0,0 1 0,-1-1 0,1 0 0,-1 0 0,1 0 0,-9-1 0,-64-2 0,41 0 0,-456 0 0,267 3 0,215-2 0,1-1 0,0 1 0,0-2 0,0 1 0,0-1 0,0-1 0,0 0 0,1 0 0,0 0 0,0-1 0,0-1 0,-8-6 0,5 4 0,1 1 0,-1 0 0,-1 1 0,1 0 0,-1 0 0,-16-4 0,14 7 0,-12-4 0,0 1 0,-1 1 0,-50-3 0,69 8 0,-1 1 0,1 0 0,-1 0 0,1 0 0,0 1 0,0 1 0,0-1 0,0 1 0,0 1 0,0-1 0,1 1 0,0 1 0,-1-1 0,2 1 0,-1 0 0,-9 10 0,-57 70 0,-5 5 0,62-71 0,2-1 0,0 2 0,0 0 0,2 0 0,1 1 0,-13 33 0,-12 20 0,-16 31 0,27-52 0,-2-1 0,-42 60 0,-17 23 0,27-37 0,22-42 0,-88 143 0,65-106 0,37-60 0,-19 35 0,23-31 0,-110 195 0,128-229 0,0-1 0,-1 0 0,1 0 0,-1 0 0,0 0 0,1 0 0,-1 0 0,0 0 0,0 0 0,0-1 0,-1 1 0,1-1 0,0 0 0,-1 0 0,1 0 0,0 0 0,-1 0 0,1 0 0,-1 0 0,0-1 0,1 1 0,-1-1 0,1 0 0,-1 0 0,-4 0 0,-4-2 0,0-1 0,0 0 0,0 0 0,1-1 0,-12-6 0,12 5 0,-1 1 0,0 0 0,0 0 0,-17-3 0,20 7 0,-1 0 0,1 0 0,-1 0 0,1 1 0,0 0 0,-1 1 0,1 0 0,0 0 0,0 0 0,0 1 0,0 1 0,1-1 0,-1 1 0,-9 7 0,12-7 0,0 0 0,0 0 0,0 1 0,0-1 0,1 1 0,0 0 0,0 0 0,1 0 0,-1 1 0,1-1 0,0 1 0,0 0 0,1 0 0,0 0 0,0 0 0,0 0 0,1 0 0,0 1 0,-1 10 0,3-14 0,-1 0 0,1 0 0,0 0 0,0 0 0,0 0 0,0 0 0,0 0 0,1 0 0,-1-1 0,1 1 0,-1 0 0,1-1 0,0 0 0,0 1 0,1-1 0,-1 0 0,0 0 0,1 0 0,-1 0 0,1 0 0,-1-1 0,1 1 0,0-1 0,0 0 0,5 2 0,-5-2 0,1 1 0,0 0 0,-1 0 0,1 0 0,-1 0 0,0 0 0,0 1 0,0-1 0,0 1 0,0 0 0,0 0 0,-1 0 0,1 0 0,-1 1 0,0-1 0,3 7 0,-3-1 0,-1 0 0,0 0 0,0 0 0,-1 0 0,0 0 0,0 0 0,-1 0 0,0 0 0,-4 11 0,-1 6 0,-20 46 0,8-22 0,10-27 0,0-1 0,-13 23 0,14-31 0,1 0 0,1 0 0,-4 16 0,-10 26 0,0-9 0,4-10 0,-26 46 0,2-17 0,-50 120 0,77-159 0,-1-1 0,-26 38 0,-7 14 0,26-42 0,-2-1 0,-43 51 0,9-12 0,-96 143 0,82-114 0,27-39 0,-83 98 0,101-136 0,17-19 0,1 0 0,-1 1 0,2 0 0,-1 0 0,1 1 0,0 0 0,1 0 0,-6 12 0,3 1 0,0 1 0,2 0 0,0 0 0,-3 39 0,5-46 0,-1 0 0,0 0 0,-1-1 0,-1 0 0,0 0 0,-1 0 0,-15 20 0,3-4 0,-14 18 0,-2-1 0,-2-2 0,-2-2 0,-59 51 0,14-13 0,84-81-13,-7 8-110,0 0 0,-1 0 0,0-1 0,-1 0 1,0 0-1,0-1 0,0-1 0,-1 0 0,0 0 0,-20 6 0,16-9-6703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26:13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1 24575,'-2'6'0,"0"1"0,-1-1 0,0 0 0,0 0 0,-1 0 0,1-1 0,-8 9 0,5-6 0,-22 30 0,-35 54 0,56-82 0,1 1 0,1 1 0,0-1 0,0 1 0,1 0 0,-3 17 0,7-27 0,0-1 0,0 1 0,0-1 0,0 0 0,0 1 0,1-1 0,-1 1 0,0-1 0,1 1 0,-1-1 0,1 0 0,0 1 0,-1-1 0,1 0 0,0 0 0,0 1 0,0-1 0,0 0 0,0 0 0,0 0 0,0 0 0,0 0 0,0 0 0,1 0 0,-1-1 0,0 1 0,1 0 0,-1-1 0,0 1 0,1-1 0,-1 1 0,1-1 0,-1 0 0,1 0 0,-1 1 0,1-1 0,2 0 0,10 1 0,0 0 0,0-1 0,15-1 0,-16 0 0,99-1-1365,-94 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27:26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7756 24575,'13'-2'0,"0"0"0,0-1 0,-1-1 0,0 0 0,1-1 0,17-10 0,-4 4 0,212-104 0,-177 83 0,80-53 0,26-14 0,269-128 0,-328 177 0,-44 22 0,61-37 0,41-25 0,-64 32 0,-2-4 0,116-95 0,-14-1 0,-54 47 0,78-53 0,-202 146 0,-1-1 0,24-24 0,-16 12 0,210-204 0,-70 78 0,-117 110 0,211-161 0,-172 130 0,154-147 0,-45 39 0,-67 67 0,-79 68 0,-14 13 0,56-63 0,75-104 0,-41 62 0,36-71 0,-7-16 0,-46 51 0,-76 114 0,56-108 0,24-50 0,-46 90 0,51-111 0,-79 143 0,-21 51 0,28-85 0,-37 68 0,8-23 0,-18 73 0,-1-1 0,0 0 0,2-29 0,-5 28 0,2 1 0,0-1 0,8-25 0,0 6 0,-1 0 0,5-53 0,4-15 0,-15 83 0,-1 0 0,0-37 0,-2 37 0,0 0 0,8-42 0,-3 26 0,-1 0 0,-2-1 0,-2 0 0,-5-46 0,2-9 0,3 58 0,9-44 0,-5 45 0,1-49 0,-4-35 0,-5-129 0,-1 219 0,-1 1 0,-2-1 0,-1 1 0,-1 0 0,-1 0 0,-1 1 0,-2 1 0,-1 0 0,-22-32 0,-5 5 0,-2 2 0,-76-72 0,86 91 0,17 21 0,0 0 0,0 1 0,-1 1 0,-1 0 0,0 1 0,0 1 0,-26-7 0,-22-12 0,35 16 0,0 1 0,0 2 0,-59-9 0,30 6 0,9 5 0,0 1 0,0 3 0,-61 5 0,7 0 0,-763-3-1365,850 0-5461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27:28.2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229 0 24575,'-5'2'0,"0"0"0,0 0 0,1 0 0,-1 1 0,1 0 0,-1 0 0,1 0 0,0 0 0,0 0 0,-6 9 0,0-4 0,-35 30 0,23-20 0,0 1 0,1 0 0,-26 33 0,46-51 0,0 0 0,1 0 0,-1 0 0,1 0 0,-1 0 0,1 0 0,-1 0 0,1 0 0,0 0 0,-1 0 0,1 0 0,0 1 0,0-1 0,0 0 0,0 0 0,0 0 0,0 0 0,0 0 0,0 0 0,1 0 0,-1 1 0,0-1 0,1 0 0,-1 0 0,0 0 0,2 1 0,0 1 0,0 0 0,1 0 0,-1 0 0,1-1 0,-1 1 0,1-1 0,0 1 0,5 1 0,4 4 0,1-1 0,0-1 0,17 5 0,5 2-106,-17-6-104,1 0 0,1-2 0,-1 0 1,1-1-1,20 2 0,-21-5-6616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41:50.2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3824 1 24575,'0'534'0,"2"-517"0,-1 1 0,9 33 0,3 32 0,-15 47 0,4 54 0,20-62 0,-17-84 0,1 0 0,20 65 0,2 6 0,40 134 0,-52-192 0,65 164 0,8 57 0,-36-121 0,-21-66 0,105 245 0,-90-210 0,19 64 0,-23-62 0,10 22 0,-37-104 0,11 43 0,3 7 0,-8-22 0,11 24 0,15 43 0,36 111 0,-33-135 0,-19-16 0,0-4 0,29 135 0,-14-51 0,-31-123 0,50 205 0,-10-30 0,-40-131 0,-13-65 0,14 51 0,-4-33 0,-2 2 0,-2 0 0,-3 0 0,1 86 0,-6-110 0,2 0 0,8 39 0,-2-18 0,1 5 0,-5-33 0,-1 0 0,1 33 0,-2-19 0,1 0 0,16 61 0,2 8 0,-12-47 0,-5-31 0,-1 0 0,2 38 0,-7-35 0,2 1 0,1 0 0,9 40 0,-4-26 0,-3-1 0,-1 1 0,-2-1 0,-4 44 0,0 12 0,3 410 0,-2-475 0,-2 1 0,-1 0 0,-1-1 0,-14 37 0,11-37 0,0-1 0,3 1 0,0 1 0,-1 41 0,8-49 0,-2 1 0,0-1 0,-11 50 0,-7 23 0,-6 24 0,-22-2 0,4-13 0,35-88 0,-1 0 0,-1 0 0,-22 32 0,-8 17 0,17-25 0,-1-2 0,-3-1 0,-32 40 0,39-56 0,-1-2 0,-2 0 0,-36 28 0,1-20 0,20-13 0,-14 7 0,-89 29 0,-25 11 0,19-13 0,-136 51 0,17-40 0,-17-25 0,212-31 0,41-5 0,-47 9 0,-82 14 0,125-21 0,-2 0 0,-43-3 0,43-1 0,-1 1 0,-36 7 0,13-1 0,0-2 0,-95-5 0,-49 3 0,123 9 0,52-7 0,-55 3 0,-1125-9 0,1190-1 0,0-1 0,1-1 0,0 0 0,-1-1 0,2-1 0,-1-1 0,-22-13 0,6 5 0,-223-109 0,217 106 0,-95-38 0,128 53 0,0 0 0,1 0 0,-1-1 0,1 0 0,0 0 0,0 0 0,0-1 0,1 0 0,-1 0 0,1-1 0,-5-7 0,-49-77 0,31 44 0,-20-19 0,29 42 0,-28-47 0,42 61 0,1-1 0,-1 1 0,2-1 0,-1 0 0,1-1 0,1 1 0,0-1 0,-2-19 0,4-17-1365,0 26-5461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41:51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0 256 24575,'4'-2'0,"0"-1"0,-1 0 0,0 0 0,0 0 0,0 0 0,0-1 0,0 1 0,-1-1 0,1 1 0,-1-1 0,4-8 0,-2 4 0,19-32 0,-12 19 0,1 0 0,26-32 0,-29 43 0,-4 3 0,1 0 0,0 0 0,0 0 0,1 1 0,14-10 0,-20 15 0,0 0 0,0 1 0,0-1 0,0 1 0,0-1 0,1 1 0,-1 0 0,0-1 0,0 1 0,1 0 0,-1 0 0,0 0 0,0 0 0,1 0 0,-1 0 0,0 0 0,0 1 0,1-1 0,-1 0 0,2 1 0,-2 0 0,1 1 0,0-1 0,0 1 0,-1-1 0,1 1 0,-1 0 0,1-1 0,-1 1 0,0 0 0,0 0 0,1 0 0,-1 0 0,-1 0 0,1 0 0,1 4 0,1 6 0,0 0 0,-1 1 0,-1-1 0,0 1 0,-1 22 0,-1-25 0,1 0 0,0 0 0,0 0 0,1 0 0,1 0 0,-1 0 0,2 0 0,-1-1 0,1 1 0,6 12 0,-8-20-38,0-1 0,0 1 0,1 0 1,-1-1-1,0 1 0,1-1 0,-1 1 0,1-1 0,-1 0 0,1 0 0,0 1 0,0-1 0,-1 0 0,1-1 0,0 1 0,0 0 1,0 0-1,0-1 0,0 1 0,0-1 0,0 0 0,0 1 0,0-1 0,0 0 0,0 0 0,0-1 0,0 1 0,0 0 0,0-1 1,0 1-1,0-1 0,0 1 0,0-1 0,0 0 0,2-1 0,11-8-6788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8T23:41:53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0 249 24575,'3'0'0,"-1"-1"0,0 1 0,1-1 0,-1 0 0,0 0 0,1 0 0,-1 0 0,0 0 0,0 0 0,0-1 0,0 1 0,0-1 0,0 0 0,0 1 0,0-1 0,1-3 0,27-35 0,-26 33 0,5-8 0,-1-1 0,-1 1 0,-1-1 0,0-1 0,4-17 0,-1 3 0,-8 28 0,-1 1 0,1 0 0,0-1 0,0 1 0,0 0 0,0 0 0,1-1 0,-1 1 0,1 0 0,-1 0 0,1 1 0,0-1 0,-1 0 0,4-2 0,-5 4 0,1 0 0,-1 0 0,0 0 0,1 0 0,-1-1 0,1 1 0,-1 0 0,0 0 0,1 0 0,-1 0 0,1 0 0,-1 0 0,0 0 0,1 0 0,-1 0 0,1 0 0,-1 1 0,0-1 0,1 0 0,-1 0 0,0 0 0,1 0 0,-1 1 0,0-1 0,1 0 0,-1 0 0,0 1 0,1-1 0,-1 0 0,1 1 0,7 22 0,-4 10 0,2 0 0,2-1 0,12 35 0,-15-55 0,0 0 0,1 0 0,0-1 0,1 0 0,0 0 0,1 0 0,0-1 0,1 0 0,0-1 0,19 17 0,16 10-1365,-37-31-5461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E8F5F-668C-D0D4-C96E-B57AE7B95E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B7749-9EE8-6436-92D7-781A28917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33B8E-CD1C-1F8A-EDCA-B35A315D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D2E8C-823B-02B8-D2E9-C2D54537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7A19C-67EF-A6D5-BF8E-E7B31533D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0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30F3-D7C8-BD00-C283-49CE0BB5A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485C9-B5FC-BA91-510A-EFABB5D13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743C4-5A86-C4BB-9EBD-099D133E1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23F24-A5F4-52C9-7B21-5BF9FAF1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B2DBC-FDCF-FDF7-6A2E-C7078AB8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69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E9B1-C408-6581-97A7-6AACEAEC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D622C-F085-4301-24F1-B8EE073B4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F3784-CBDF-6BA7-4FB0-2DF0FB04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4AF66-2652-BC06-244E-D7C239C7F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DFC9-BF66-851D-45AF-E931548B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346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8AB1-D931-17AE-48EA-C0670A45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B6160-9A7C-674D-3DE3-4F9303999A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CC9582-FF9A-4578-BC42-BC50F9038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31AE3-82E7-279F-0EF5-CF4830D2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E09013-F79C-01F1-6B74-7160DD6B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0919A-87A7-1DC9-5D03-BE977411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931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5A52-3E6B-81A1-8CC5-4C98A1BF8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74532-5CCC-91E9-BDB7-B63C8B9D9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7AEBD-DB89-4C97-221E-2EDF89E55B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CEF1DC-E362-54F8-7AC8-4C57068EFD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D48163-1CAA-E0FC-A1A1-50A976849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602540-8C25-E277-AFEF-ED8F226F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BD6839-DB9D-3F32-7A5C-1EE3C0F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B0A3E-D709-9369-CA82-304186618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88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397A-2EF9-D4A7-D253-6316AB5B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F0D5F-5FB2-6FA8-946E-3F4241A8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75FE8-4252-E1CE-4EA0-E0B14E3C9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BE375-5346-8886-57B0-E821F0D0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59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A49D3E-6EA8-0E65-1D17-CE91E22A8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837171-AE06-16F3-7773-2CEB8B881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43B38-3F55-0C7D-8254-2DC38B82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9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B5CD-1BD6-BA8D-9F0B-0153DA2D1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F952A-0D47-2A7A-6349-45FF5A50E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6B9DDA-8EE4-6B0E-A2B8-EDC7D855E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9194F9-74F0-89CF-E86A-D5135FF4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53F3DB-6813-42F1-B389-979DC343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10BA9-CD28-A5D4-1B4A-43D9DA7E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2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B65E-2DE6-BCC2-6DE5-2D09BF76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ACA86D-7863-71D3-847D-48F1657594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CCE11A-C0B1-F44A-D1B1-6337B12E9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1A6A6-5C41-C515-9FA9-39F783412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F46C7-F543-6348-E5B0-32C1285ED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6CEBC-5C88-F969-AAC2-E17F4E52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3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07192-8F93-410D-6204-33FEC127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E648C-A61D-1899-B7F0-734101BC44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5EFC8-F428-AA8F-FF0E-3B377D667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B82D9-8CC2-3D6D-C624-58EFA515E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3CFDC-4809-A150-3D00-1BA073390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1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58492-49F1-B096-E5B8-20628D1EB3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0AE24-DCBE-97E2-A543-FE627AFEA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DF54D-E2E3-26F8-C6F5-D3AD9989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10068-AD37-DCA7-1862-E3BD1B2B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E2849-7ADA-C007-A4DE-9EA35A9EF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30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3D0BF-7661-5AF1-DF62-32B563673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CC2B0-0B53-E25D-63C1-9DF843DF3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EE2A0-68E7-47AD-A7A7-2EFF6796CD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90C6F-CBE3-457E-9751-8FDFDA047CE3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7D594-DA72-8F02-DF2E-FA642FF88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E8E13-673D-DD3C-6CFF-62E421B28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6CA21-A891-40AA-9A06-9E56169851A7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60465-2D51-9489-755F-C9405D290B5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5986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Caterpillar: 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3021072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34" Type="http://schemas.openxmlformats.org/officeDocument/2006/relationships/customXml" Target="../ink/ink16.xml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17" Type="http://schemas.openxmlformats.org/officeDocument/2006/relationships/image" Target="../media/image9.png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10" Type="http://schemas.openxmlformats.org/officeDocument/2006/relationships/customXml" Target="../ink/ink4.xml"/><Relationship Id="rId19" Type="http://schemas.openxmlformats.org/officeDocument/2006/relationships/image" Target="../media/image10.png"/><Relationship Id="rId31" Type="http://schemas.openxmlformats.org/officeDocument/2006/relationships/image" Target="../media/image16.png"/><Relationship Id="rId4" Type="http://schemas.openxmlformats.org/officeDocument/2006/relationships/customXml" Target="../ink/ink1.xml"/><Relationship Id="rId9" Type="http://schemas.openxmlformats.org/officeDocument/2006/relationships/image" Target="../media/image5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8" Type="http://schemas.openxmlformats.org/officeDocument/2006/relationships/customXml" Target="../ink/ink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customXml" Target="../ink/ink18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customXml" Target="../ink/ink17.xml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customXml" Target="../ink/ink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rduino UNO Rev3 with Long Pins | Arduino Documentation">
            <a:extLst>
              <a:ext uri="{FF2B5EF4-FFF2-40B4-BE49-F238E27FC236}">
                <a16:creationId xmlns:a16="http://schemas.microsoft.com/office/drawing/2014/main" id="{8BF2B182-CDFC-44EA-6368-F49D3B3F2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95" y="333375"/>
            <a:ext cx="6191250" cy="619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SP8266 Pinout Reference: Which GPIO pins should you use? | Random Nerd  Tutorials">
            <a:extLst>
              <a:ext uri="{FF2B5EF4-FFF2-40B4-BE49-F238E27FC236}">
                <a16:creationId xmlns:a16="http://schemas.microsoft.com/office/drawing/2014/main" id="{05350149-F2D3-B01A-FD64-CFB4DB25E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265" y="2082987"/>
            <a:ext cx="4817949" cy="3196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56A050A-3B3F-A71B-64A8-66090D9384B3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736123" y="3241246"/>
            <a:ext cx="3953919" cy="3196240"/>
          </a:xfrm>
          <a:prstGeom prst="bentConnector3">
            <a:avLst>
              <a:gd name="adj1" fmla="val 4664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563A342-8012-B3C8-FDD0-0B6855A8FBB7}"/>
              </a:ext>
            </a:extLst>
          </p:cNvPr>
          <p:cNvSpPr txBox="1"/>
          <p:nvPr/>
        </p:nvSpPr>
        <p:spPr>
          <a:xfrm>
            <a:off x="8690042" y="6283597"/>
            <a:ext cx="1079770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 err="1"/>
              <a:t>Tx</a:t>
            </a:r>
            <a:r>
              <a:rPr lang="es-MX" sz="1400" dirty="0"/>
              <a:t> - </a:t>
            </a:r>
            <a:r>
              <a:rPr lang="es-MX" sz="1400" dirty="0" err="1"/>
              <a:t>Rx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C1BE961-B0B2-6FD0-2F49-3312E699C07C}"/>
                  </a:ext>
                </a:extLst>
              </p14:cNvPr>
              <p14:cNvContentPartPr/>
              <p14:nvPr/>
            </p14:nvContentPartPr>
            <p14:xfrm>
              <a:off x="5525173" y="2401637"/>
              <a:ext cx="2246400" cy="1568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C1BE961-B0B2-6FD0-2F49-3312E699C0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19053" y="2395517"/>
                <a:ext cx="2258640" cy="158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65B70B1-42D3-1677-22F6-BE6E6CA08307}"/>
                  </a:ext>
                </a:extLst>
              </p14:cNvPr>
              <p14:cNvContentPartPr/>
              <p14:nvPr/>
            </p14:nvContentPartPr>
            <p14:xfrm>
              <a:off x="7694173" y="3900317"/>
              <a:ext cx="101880" cy="168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65B70B1-42D3-1677-22F6-BE6E6CA0830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88053" y="3894197"/>
                <a:ext cx="114120" cy="180720"/>
              </a:xfrm>
              <a:prstGeom prst="rect">
                <a:avLst/>
              </a:prstGeom>
            </p:spPr>
          </p:pic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AFD26ABC-42CE-4996-CA3E-FFBCAD0F1E09}"/>
              </a:ext>
            </a:extLst>
          </p:cNvPr>
          <p:cNvSpPr txBox="1"/>
          <p:nvPr/>
        </p:nvSpPr>
        <p:spPr>
          <a:xfrm>
            <a:off x="8433973" y="420514"/>
            <a:ext cx="611670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GND</a:t>
            </a:r>
          </a:p>
          <a:p>
            <a:pPr algn="ctr"/>
            <a:r>
              <a:rPr lang="es-MX" sz="1400" dirty="0" err="1"/>
              <a:t>Vin</a:t>
            </a:r>
            <a:endParaRPr lang="es-MX" sz="1400" dirty="0"/>
          </a:p>
          <a:p>
            <a:pPr algn="ctr"/>
            <a:r>
              <a:rPr lang="es-MX" sz="1400" dirty="0" err="1"/>
              <a:t>Dout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7E9DF05-93AF-570B-9C00-947DE697DA28}"/>
                  </a:ext>
                </a:extLst>
              </p14:cNvPr>
              <p14:cNvContentPartPr/>
              <p14:nvPr/>
            </p14:nvContentPartPr>
            <p14:xfrm>
              <a:off x="5954653" y="1030757"/>
              <a:ext cx="2479320" cy="3142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7E9DF05-93AF-570B-9C00-947DE697DA2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48533" y="1024637"/>
                <a:ext cx="2491560" cy="315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7B9ABE76-03A0-FC1C-77DF-6EF419593551}"/>
                  </a:ext>
                </a:extLst>
              </p14:cNvPr>
              <p14:cNvContentPartPr/>
              <p14:nvPr/>
            </p14:nvContentPartPr>
            <p14:xfrm>
              <a:off x="5926933" y="4087877"/>
              <a:ext cx="87840" cy="153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7B9ABE76-03A0-FC1C-77DF-6EF41959355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20813" y="4081757"/>
                <a:ext cx="10008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FF9219AC-7EB4-4721-D39C-BDF1AE0BCFCD}"/>
              </a:ext>
            </a:extLst>
          </p:cNvPr>
          <p:cNvGrpSpPr/>
          <p:nvPr/>
        </p:nvGrpSpPr>
        <p:grpSpPr>
          <a:xfrm>
            <a:off x="426133" y="106637"/>
            <a:ext cx="7998480" cy="3523320"/>
            <a:chOff x="426133" y="106637"/>
            <a:chExt cx="7998480" cy="352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E027094-B76D-A9E6-014A-AD35673C810F}"/>
                    </a:ext>
                  </a:extLst>
                </p14:cNvPr>
                <p14:cNvContentPartPr/>
                <p14:nvPr/>
              </p14:nvContentPartPr>
              <p14:xfrm>
                <a:off x="426133" y="106637"/>
                <a:ext cx="7998480" cy="3523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E027094-B76D-A9E6-014A-AD35673C810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0013" y="100517"/>
                  <a:ext cx="8010720" cy="35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24" name="Ink 1023">
                  <a:extLst>
                    <a:ext uri="{FF2B5EF4-FFF2-40B4-BE49-F238E27FC236}">
                      <a16:creationId xmlns:a16="http://schemas.microsoft.com/office/drawing/2014/main" id="{BA6C8639-F712-6271-8D74-180C53264C09}"/>
                    </a:ext>
                  </a:extLst>
                </p14:cNvPr>
                <p14:cNvContentPartPr/>
                <p14:nvPr/>
              </p14:nvContentPartPr>
              <p14:xfrm>
                <a:off x="1099333" y="3345917"/>
                <a:ext cx="104760" cy="102600"/>
              </p14:xfrm>
            </p:contentPart>
          </mc:Choice>
          <mc:Fallback xmlns="">
            <p:pic>
              <p:nvPicPr>
                <p:cNvPr id="1024" name="Ink 1023">
                  <a:extLst>
                    <a:ext uri="{FF2B5EF4-FFF2-40B4-BE49-F238E27FC236}">
                      <a16:creationId xmlns:a16="http://schemas.microsoft.com/office/drawing/2014/main" id="{BA6C8639-F712-6271-8D74-180C53264C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93213" y="3339797"/>
                  <a:ext cx="1170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7A3F1B66-8A8F-9B2C-A5B1-73659E479D86}"/>
              </a:ext>
            </a:extLst>
          </p:cNvPr>
          <p:cNvGrpSpPr/>
          <p:nvPr/>
        </p:nvGrpSpPr>
        <p:grpSpPr>
          <a:xfrm>
            <a:off x="660493" y="340277"/>
            <a:ext cx="7754040" cy="2833920"/>
            <a:chOff x="660493" y="340277"/>
            <a:chExt cx="7754040" cy="283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30" name="Ink 1029">
                  <a:extLst>
                    <a:ext uri="{FF2B5EF4-FFF2-40B4-BE49-F238E27FC236}">
                      <a16:creationId xmlns:a16="http://schemas.microsoft.com/office/drawing/2014/main" id="{B30448F2-B013-1FA8-22CE-D64A68D17EDC}"/>
                    </a:ext>
                  </a:extLst>
                </p14:cNvPr>
                <p14:cNvContentPartPr/>
                <p14:nvPr/>
              </p14:nvContentPartPr>
              <p14:xfrm>
                <a:off x="660493" y="340277"/>
                <a:ext cx="7754040" cy="2783880"/>
              </p14:xfrm>
            </p:contentPart>
          </mc:Choice>
          <mc:Fallback xmlns="">
            <p:pic>
              <p:nvPicPr>
                <p:cNvPr id="1030" name="Ink 1029">
                  <a:extLst>
                    <a:ext uri="{FF2B5EF4-FFF2-40B4-BE49-F238E27FC236}">
                      <a16:creationId xmlns:a16="http://schemas.microsoft.com/office/drawing/2014/main" id="{B30448F2-B013-1FA8-22CE-D64A68D17ED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4373" y="334157"/>
                  <a:ext cx="7766280" cy="27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31" name="Ink 1030">
                  <a:extLst>
                    <a:ext uri="{FF2B5EF4-FFF2-40B4-BE49-F238E27FC236}">
                      <a16:creationId xmlns:a16="http://schemas.microsoft.com/office/drawing/2014/main" id="{F4A56454-E504-5388-8E81-C9CE31508755}"/>
                    </a:ext>
                  </a:extLst>
                </p14:cNvPr>
                <p14:cNvContentPartPr/>
                <p14:nvPr/>
              </p14:nvContentPartPr>
              <p14:xfrm>
                <a:off x="1060093" y="3024797"/>
                <a:ext cx="135720" cy="149400"/>
              </p14:xfrm>
            </p:contentPart>
          </mc:Choice>
          <mc:Fallback xmlns="">
            <p:pic>
              <p:nvPicPr>
                <p:cNvPr id="1031" name="Ink 1030">
                  <a:extLst>
                    <a:ext uri="{FF2B5EF4-FFF2-40B4-BE49-F238E27FC236}">
                      <a16:creationId xmlns:a16="http://schemas.microsoft.com/office/drawing/2014/main" id="{F4A56454-E504-5388-8E81-C9CE3150875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53973" y="3018677"/>
                  <a:ext cx="147960" cy="1616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44" name="TextBox 1043">
            <a:extLst>
              <a:ext uri="{FF2B5EF4-FFF2-40B4-BE49-F238E27FC236}">
                <a16:creationId xmlns:a16="http://schemas.microsoft.com/office/drawing/2014/main" id="{AA0B327F-8F25-BEB0-E09B-60EF220F4FF6}"/>
              </a:ext>
            </a:extLst>
          </p:cNvPr>
          <p:cNvSpPr txBox="1"/>
          <p:nvPr/>
        </p:nvSpPr>
        <p:spPr>
          <a:xfrm>
            <a:off x="9045642" y="583660"/>
            <a:ext cx="1645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EngineHall</a:t>
            </a:r>
            <a:r>
              <a:rPr lang="es-MX" dirty="0"/>
              <a:t> Sensor</a:t>
            </a:r>
            <a:endParaRPr lang="en-US" dirty="0"/>
          </a:p>
        </p:txBody>
      </p:sp>
      <p:sp>
        <p:nvSpPr>
          <p:cNvPr id="2" name="TextBox 46">
            <a:extLst>
              <a:ext uri="{FF2B5EF4-FFF2-40B4-BE49-F238E27FC236}">
                <a16:creationId xmlns:a16="http://schemas.microsoft.com/office/drawing/2014/main" id="{76B2715A-8DAE-4227-ED38-D12F6566AE56}"/>
              </a:ext>
            </a:extLst>
          </p:cNvPr>
          <p:cNvSpPr txBox="1"/>
          <p:nvPr/>
        </p:nvSpPr>
        <p:spPr>
          <a:xfrm>
            <a:off x="8433973" y="1253751"/>
            <a:ext cx="611670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400" dirty="0"/>
              <a:t>GND</a:t>
            </a:r>
          </a:p>
          <a:p>
            <a:pPr algn="ctr"/>
            <a:r>
              <a:rPr lang="es-MX" sz="1400" dirty="0" err="1"/>
              <a:t>Vin</a:t>
            </a:r>
            <a:endParaRPr lang="es-MX" sz="1400" dirty="0"/>
          </a:p>
          <a:p>
            <a:pPr algn="ctr"/>
            <a:r>
              <a:rPr lang="es-MX" sz="1400" dirty="0" err="1"/>
              <a:t>Dout</a:t>
            </a:r>
            <a:endParaRPr lang="en-US" sz="1400" dirty="0"/>
          </a:p>
        </p:txBody>
      </p:sp>
      <p:sp>
        <p:nvSpPr>
          <p:cNvPr id="3" name="TextBox 1043">
            <a:extLst>
              <a:ext uri="{FF2B5EF4-FFF2-40B4-BE49-F238E27FC236}">
                <a16:creationId xmlns:a16="http://schemas.microsoft.com/office/drawing/2014/main" id="{A77D9FE9-D746-3B3A-7A13-645C697D035C}"/>
              </a:ext>
            </a:extLst>
          </p:cNvPr>
          <p:cNvSpPr txBox="1"/>
          <p:nvPr/>
        </p:nvSpPr>
        <p:spPr>
          <a:xfrm>
            <a:off x="9045642" y="1416897"/>
            <a:ext cx="2364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Gearbox Hall sensor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9BE3D33C-FD1C-3ED5-C567-EFBFE80B2C20}"/>
                  </a:ext>
                </a:extLst>
              </p14:cNvPr>
              <p14:cNvContentPartPr/>
              <p14:nvPr/>
            </p14:nvContentPartPr>
            <p14:xfrm>
              <a:off x="6829806" y="255578"/>
              <a:ext cx="72720" cy="8172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9BE3D33C-FD1C-3ED5-C567-EFBFE80B2C2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23686" y="249458"/>
                <a:ext cx="849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900431EB-B0BD-0EE1-4D7E-C44962CA05AC}"/>
                  </a:ext>
                </a:extLst>
              </p14:cNvPr>
              <p14:cNvContentPartPr/>
              <p14:nvPr/>
            </p14:nvContentPartPr>
            <p14:xfrm>
              <a:off x="6783006" y="304538"/>
              <a:ext cx="1610280" cy="1174680"/>
            </p14:xfrm>
          </p:contentPart>
        </mc:Choice>
        <mc:Fallback xmlns=""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900431EB-B0BD-0EE1-4D7E-C44962CA05A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776886" y="298418"/>
                <a:ext cx="1622520" cy="11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537807EC-3D0C-E099-5129-C4EE2F0BD82D}"/>
                  </a:ext>
                </a:extLst>
              </p14:cNvPr>
              <p14:cNvContentPartPr/>
              <p14:nvPr/>
            </p14:nvContentPartPr>
            <p14:xfrm>
              <a:off x="6446406" y="381218"/>
              <a:ext cx="111600" cy="103680"/>
            </p14:xfrm>
          </p:contentPart>
        </mc:Choice>
        <mc:Fallback xmlns=""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537807EC-3D0C-E099-5129-C4EE2F0BD82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40286" y="375098"/>
                <a:ext cx="1238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27C065DD-1311-88F7-FD1F-E1F9DDA1396F}"/>
                  </a:ext>
                </a:extLst>
              </p14:cNvPr>
              <p14:cNvContentPartPr/>
              <p14:nvPr/>
            </p14:nvContentPartPr>
            <p14:xfrm>
              <a:off x="6494286" y="452858"/>
              <a:ext cx="1814400" cy="1244520"/>
            </p14:xfrm>
          </p:contentPart>
        </mc:Choice>
        <mc:Fallback xmlns=""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27C065DD-1311-88F7-FD1F-E1F9DDA1396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88166" y="446738"/>
                <a:ext cx="1826640" cy="125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F0A03910-20E4-3FBD-749B-BC4750534F64}"/>
              </a:ext>
            </a:extLst>
          </p:cNvPr>
          <p:cNvGrpSpPr/>
          <p:nvPr/>
        </p:nvGrpSpPr>
        <p:grpSpPr>
          <a:xfrm>
            <a:off x="5918286" y="1889978"/>
            <a:ext cx="2506680" cy="2136240"/>
            <a:chOff x="5918286" y="1889978"/>
            <a:chExt cx="2506680" cy="21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Entrada de lápiz 10">
                  <a:extLst>
                    <a:ext uri="{FF2B5EF4-FFF2-40B4-BE49-F238E27FC236}">
                      <a16:creationId xmlns:a16="http://schemas.microsoft.com/office/drawing/2014/main" id="{24FE9145-906D-F130-8419-DC5405C72AC2}"/>
                    </a:ext>
                  </a:extLst>
                </p14:cNvPr>
                <p14:cNvContentPartPr/>
                <p14:nvPr/>
              </p14:nvContentPartPr>
              <p14:xfrm>
                <a:off x="5987046" y="1889978"/>
                <a:ext cx="2437920" cy="2095920"/>
              </p14:xfrm>
            </p:contentPart>
          </mc:Choice>
          <mc:Fallback xmlns="">
            <p:pic>
              <p:nvPicPr>
                <p:cNvPr id="11" name="Entrada de lápiz 10">
                  <a:extLst>
                    <a:ext uri="{FF2B5EF4-FFF2-40B4-BE49-F238E27FC236}">
                      <a16:creationId xmlns:a16="http://schemas.microsoft.com/office/drawing/2014/main" id="{24FE9145-906D-F130-8419-DC5405C72A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80926" y="1883858"/>
                  <a:ext cx="2450160" cy="21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Entrada de lápiz 11">
                  <a:extLst>
                    <a:ext uri="{FF2B5EF4-FFF2-40B4-BE49-F238E27FC236}">
                      <a16:creationId xmlns:a16="http://schemas.microsoft.com/office/drawing/2014/main" id="{39896380-E568-EC2E-8AF3-048CAA4569AD}"/>
                    </a:ext>
                  </a:extLst>
                </p14:cNvPr>
                <p14:cNvContentPartPr/>
                <p14:nvPr/>
              </p14:nvContentPartPr>
              <p14:xfrm>
                <a:off x="5918286" y="3907058"/>
                <a:ext cx="91080" cy="119160"/>
              </p14:xfrm>
            </p:contentPart>
          </mc:Choice>
          <mc:Fallback xmlns="">
            <p:pic>
              <p:nvPicPr>
                <p:cNvPr id="12" name="Entrada de lápiz 11">
                  <a:extLst>
                    <a:ext uri="{FF2B5EF4-FFF2-40B4-BE49-F238E27FC236}">
                      <a16:creationId xmlns:a16="http://schemas.microsoft.com/office/drawing/2014/main" id="{39896380-E568-EC2E-8AF3-048CAA4569A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912166" y="3900938"/>
                  <a:ext cx="10332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19AB57E-BE3D-9AD1-3CB4-B35AE5B918C8}"/>
              </a:ext>
            </a:extLst>
          </p:cNvPr>
          <p:cNvGrpSpPr/>
          <p:nvPr/>
        </p:nvGrpSpPr>
        <p:grpSpPr>
          <a:xfrm>
            <a:off x="9776766" y="3579098"/>
            <a:ext cx="2111400" cy="2837520"/>
            <a:chOff x="9776766" y="3579098"/>
            <a:chExt cx="2111400" cy="28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Entrada de lápiz 17">
                  <a:extLst>
                    <a:ext uri="{FF2B5EF4-FFF2-40B4-BE49-F238E27FC236}">
                      <a16:creationId xmlns:a16="http://schemas.microsoft.com/office/drawing/2014/main" id="{3F0838EA-C423-E750-2D1B-5766915F85A2}"/>
                    </a:ext>
                  </a:extLst>
                </p14:cNvPr>
                <p14:cNvContentPartPr/>
                <p14:nvPr/>
              </p14:nvContentPartPr>
              <p14:xfrm>
                <a:off x="9776766" y="3624098"/>
                <a:ext cx="2111400" cy="2792520"/>
              </p14:xfrm>
            </p:contentPart>
          </mc:Choice>
          <mc:Fallback xmlns="">
            <p:pic>
              <p:nvPicPr>
                <p:cNvPr id="18" name="Entrada de lápiz 17">
                  <a:extLst>
                    <a:ext uri="{FF2B5EF4-FFF2-40B4-BE49-F238E27FC236}">
                      <a16:creationId xmlns:a16="http://schemas.microsoft.com/office/drawing/2014/main" id="{3F0838EA-C423-E750-2D1B-5766915F85A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770646" y="3617978"/>
                  <a:ext cx="2123640" cy="28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Entrada de lápiz 18">
                  <a:extLst>
                    <a:ext uri="{FF2B5EF4-FFF2-40B4-BE49-F238E27FC236}">
                      <a16:creationId xmlns:a16="http://schemas.microsoft.com/office/drawing/2014/main" id="{32735225-0CA7-2B0D-E585-3CD4EC985D32}"/>
                    </a:ext>
                  </a:extLst>
                </p14:cNvPr>
                <p14:cNvContentPartPr/>
                <p14:nvPr/>
              </p14:nvContentPartPr>
              <p14:xfrm>
                <a:off x="11007606" y="3579098"/>
                <a:ext cx="104760" cy="118080"/>
              </p14:xfrm>
            </p:contentPart>
          </mc:Choice>
          <mc:Fallback xmlns="">
            <p:pic>
              <p:nvPicPr>
                <p:cNvPr id="19" name="Entrada de lápiz 18">
                  <a:extLst>
                    <a:ext uri="{FF2B5EF4-FFF2-40B4-BE49-F238E27FC236}">
                      <a16:creationId xmlns:a16="http://schemas.microsoft.com/office/drawing/2014/main" id="{32735225-0CA7-2B0D-E585-3CD4EC985D3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001486" y="3572978"/>
                  <a:ext cx="117000" cy="130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84507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3DEEF0-72F9-11D2-2188-9515ECD70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62" y="240869"/>
            <a:ext cx="929191" cy="244762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25909856-C971-524B-2BA5-5C1346883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486" y="240868"/>
            <a:ext cx="929191" cy="2447623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8B4B601-F67D-A48D-0DD7-334A77082DC3}"/>
              </a:ext>
            </a:extLst>
          </p:cNvPr>
          <p:cNvCxnSpPr/>
          <p:nvPr/>
        </p:nvCxnSpPr>
        <p:spPr>
          <a:xfrm flipV="1">
            <a:off x="1473200" y="2546350"/>
            <a:ext cx="0" cy="1301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A2D9940-6C7D-A0F0-D6DC-087DAD0E97B6}"/>
              </a:ext>
            </a:extLst>
          </p:cNvPr>
          <p:cNvSpPr txBox="1"/>
          <p:nvPr/>
        </p:nvSpPr>
        <p:spPr>
          <a:xfrm>
            <a:off x="1008604" y="3848100"/>
            <a:ext cx="929191" cy="276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Arduino D2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291BD1E-C4D9-6DE2-E7F2-D29C4071F417}"/>
              </a:ext>
            </a:extLst>
          </p:cNvPr>
          <p:cNvSpPr txBox="1"/>
          <p:nvPr/>
        </p:nvSpPr>
        <p:spPr>
          <a:xfrm>
            <a:off x="3052328" y="3848100"/>
            <a:ext cx="929191" cy="276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Arduino D3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38E4E16-2F47-DFB3-AF9B-8AA9C74037C6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3516924" y="2546350"/>
            <a:ext cx="0" cy="13017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n 14">
            <a:extLst>
              <a:ext uri="{FF2B5EF4-FFF2-40B4-BE49-F238E27FC236}">
                <a16:creationId xmlns:a16="http://schemas.microsoft.com/office/drawing/2014/main" id="{824D194F-D39C-A92F-A945-96184F9BB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397" y="4415672"/>
            <a:ext cx="2286319" cy="17909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2993EB4-643D-0DC7-CFD9-615C4FE92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177471" y="64731"/>
            <a:ext cx="4387111" cy="3132494"/>
          </a:xfrm>
          <a:prstGeom prst="rect">
            <a:avLst/>
          </a:prstGeom>
        </p:spPr>
      </p:pic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4AB5DFD8-7524-8A58-9E8F-050C34BFABA9}"/>
              </a:ext>
            </a:extLst>
          </p:cNvPr>
          <p:cNvCxnSpPr>
            <a:cxnSpLocks/>
          </p:cNvCxnSpPr>
          <p:nvPr/>
        </p:nvCxnSpPr>
        <p:spPr>
          <a:xfrm>
            <a:off x="6749143" y="3040095"/>
            <a:ext cx="0" cy="14970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D6D59E3-6241-93B4-C894-A0EED2C3F905}"/>
              </a:ext>
            </a:extLst>
          </p:cNvPr>
          <p:cNvSpPr txBox="1"/>
          <p:nvPr/>
        </p:nvSpPr>
        <p:spPr>
          <a:xfrm>
            <a:off x="5405864" y="3757970"/>
            <a:ext cx="1310524" cy="428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Serial:  D8 -&gt; ESP D5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74E88DB-4862-7CA4-A667-FB42E84090FE}"/>
              </a:ext>
            </a:extLst>
          </p:cNvPr>
          <p:cNvSpPr txBox="1"/>
          <p:nvPr/>
        </p:nvSpPr>
        <p:spPr>
          <a:xfrm>
            <a:off x="492097" y="1464679"/>
            <a:ext cx="461665" cy="84473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s-MX" dirty="0" err="1"/>
              <a:t>Engine</a:t>
            </a:r>
            <a:endParaRPr lang="es-MX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DD10CBD-C404-7337-D457-C136B32643A4}"/>
              </a:ext>
            </a:extLst>
          </p:cNvPr>
          <p:cNvSpPr txBox="1"/>
          <p:nvPr/>
        </p:nvSpPr>
        <p:spPr>
          <a:xfrm>
            <a:off x="2631843" y="984070"/>
            <a:ext cx="461665" cy="121648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s-MX" dirty="0"/>
              <a:t>Gearbox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7B0504B0-8D1E-96D0-7D46-08A1AA48626A}"/>
              </a:ext>
            </a:extLst>
          </p:cNvPr>
          <p:cNvGrpSpPr/>
          <p:nvPr/>
        </p:nvGrpSpPr>
        <p:grpSpPr>
          <a:xfrm>
            <a:off x="6200314" y="3047469"/>
            <a:ext cx="2022480" cy="3501720"/>
            <a:chOff x="6200314" y="3047469"/>
            <a:chExt cx="2022480" cy="350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7" name="Entrada de lápiz 26">
                  <a:extLst>
                    <a:ext uri="{FF2B5EF4-FFF2-40B4-BE49-F238E27FC236}">
                      <a16:creationId xmlns:a16="http://schemas.microsoft.com/office/drawing/2014/main" id="{A742B936-0202-6DFE-5068-26FF6324A4E8}"/>
                    </a:ext>
                  </a:extLst>
                </p14:cNvPr>
                <p14:cNvContentPartPr/>
                <p14:nvPr/>
              </p14:nvContentPartPr>
              <p14:xfrm>
                <a:off x="6251794" y="3047469"/>
                <a:ext cx="1971000" cy="3501720"/>
              </p14:xfrm>
            </p:contentPart>
          </mc:Choice>
          <mc:Fallback xmlns="">
            <p:pic>
              <p:nvPicPr>
                <p:cNvPr id="27" name="Entrada de lápiz 26">
                  <a:extLst>
                    <a:ext uri="{FF2B5EF4-FFF2-40B4-BE49-F238E27FC236}">
                      <a16:creationId xmlns:a16="http://schemas.microsoft.com/office/drawing/2014/main" id="{A742B936-0202-6DFE-5068-26FF6324A4E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45674" y="3041349"/>
                  <a:ext cx="1983240" cy="351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8" name="Entrada de lápiz 27">
                  <a:extLst>
                    <a:ext uri="{FF2B5EF4-FFF2-40B4-BE49-F238E27FC236}">
                      <a16:creationId xmlns:a16="http://schemas.microsoft.com/office/drawing/2014/main" id="{7E8845DD-4F5C-2335-8A63-3225AFEDBBCC}"/>
                    </a:ext>
                  </a:extLst>
                </p14:cNvPr>
                <p14:cNvContentPartPr/>
                <p14:nvPr/>
              </p14:nvContentPartPr>
              <p14:xfrm>
                <a:off x="6200314" y="6212589"/>
                <a:ext cx="125280" cy="100080"/>
              </p14:xfrm>
            </p:contentPart>
          </mc:Choice>
          <mc:Fallback xmlns="">
            <p:pic>
              <p:nvPicPr>
                <p:cNvPr id="28" name="Entrada de lápiz 27">
                  <a:extLst>
                    <a:ext uri="{FF2B5EF4-FFF2-40B4-BE49-F238E27FC236}">
                      <a16:creationId xmlns:a16="http://schemas.microsoft.com/office/drawing/2014/main" id="{7E8845DD-4F5C-2335-8A63-3225AFEDBBC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194194" y="6206469"/>
                  <a:ext cx="137520" cy="11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8D172F05-06AB-E7F7-12ED-5298A88A0A9C}"/>
                  </a:ext>
                </a:extLst>
              </p14:cNvPr>
              <p14:cNvContentPartPr/>
              <p14:nvPr/>
            </p14:nvContentPartPr>
            <p14:xfrm>
              <a:off x="7576234" y="3132429"/>
              <a:ext cx="128520" cy="132480"/>
            </p14:xfrm>
          </p:contentPart>
        </mc:Choice>
        <mc:Fallback xmlns=""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8D172F05-06AB-E7F7-12ED-5298A88A0A9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70114" y="3126309"/>
                <a:ext cx="140760" cy="14472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CuadroTexto 30">
            <a:extLst>
              <a:ext uri="{FF2B5EF4-FFF2-40B4-BE49-F238E27FC236}">
                <a16:creationId xmlns:a16="http://schemas.microsoft.com/office/drawing/2014/main" id="{7B4B0DF9-C18F-DDCA-CDEC-8C2523B4A831}"/>
              </a:ext>
            </a:extLst>
          </p:cNvPr>
          <p:cNvSpPr txBox="1"/>
          <p:nvPr/>
        </p:nvSpPr>
        <p:spPr>
          <a:xfrm>
            <a:off x="8325394" y="4746171"/>
            <a:ext cx="197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Conectar tierras</a:t>
            </a:r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B9B3055-5FC1-0A59-C713-DDC096AF7E3C}"/>
              </a:ext>
            </a:extLst>
          </p:cNvPr>
          <p:cNvCxnSpPr>
            <a:cxnSpLocks/>
          </p:cNvCxnSpPr>
          <p:nvPr/>
        </p:nvCxnSpPr>
        <p:spPr>
          <a:xfrm flipV="1">
            <a:off x="1625600" y="2612571"/>
            <a:ext cx="0" cy="3222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A209C9D9-7E50-170A-9CE5-10C9D4BD175D}"/>
              </a:ext>
            </a:extLst>
          </p:cNvPr>
          <p:cNvCxnSpPr>
            <a:cxnSpLocks/>
          </p:cNvCxnSpPr>
          <p:nvPr/>
        </p:nvCxnSpPr>
        <p:spPr>
          <a:xfrm flipV="1">
            <a:off x="1255485" y="2595154"/>
            <a:ext cx="0" cy="322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FB77A70-B94A-FC28-F57E-7FDA45D38C7B}"/>
              </a:ext>
            </a:extLst>
          </p:cNvPr>
          <p:cNvSpPr txBox="1"/>
          <p:nvPr/>
        </p:nvSpPr>
        <p:spPr>
          <a:xfrm>
            <a:off x="1488325" y="2917372"/>
            <a:ext cx="3384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5v+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CB27F3D-74F6-3665-5DD7-205B229129E0}"/>
              </a:ext>
            </a:extLst>
          </p:cNvPr>
          <p:cNvSpPr txBox="1"/>
          <p:nvPr/>
        </p:nvSpPr>
        <p:spPr>
          <a:xfrm>
            <a:off x="1056929" y="2902178"/>
            <a:ext cx="4162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GND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BF4371CC-8B12-4EF9-14F9-61273D990042}"/>
              </a:ext>
            </a:extLst>
          </p:cNvPr>
          <p:cNvCxnSpPr>
            <a:cxnSpLocks/>
          </p:cNvCxnSpPr>
          <p:nvPr/>
        </p:nvCxnSpPr>
        <p:spPr>
          <a:xfrm flipV="1">
            <a:off x="3646231" y="2654149"/>
            <a:ext cx="0" cy="3222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AA9462D0-6B03-6F4E-0375-833879C684F8}"/>
              </a:ext>
            </a:extLst>
          </p:cNvPr>
          <p:cNvCxnSpPr>
            <a:cxnSpLocks/>
          </p:cNvCxnSpPr>
          <p:nvPr/>
        </p:nvCxnSpPr>
        <p:spPr>
          <a:xfrm flipV="1">
            <a:off x="3276116" y="2636732"/>
            <a:ext cx="0" cy="3222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D9655DE-5ED3-44B5-3597-66799E3C13C1}"/>
              </a:ext>
            </a:extLst>
          </p:cNvPr>
          <p:cNvSpPr txBox="1"/>
          <p:nvPr/>
        </p:nvSpPr>
        <p:spPr>
          <a:xfrm>
            <a:off x="3508956" y="2958950"/>
            <a:ext cx="3384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5v+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258738E-A52D-416B-0ECC-FCC169402927}"/>
              </a:ext>
            </a:extLst>
          </p:cNvPr>
          <p:cNvSpPr txBox="1"/>
          <p:nvPr/>
        </p:nvSpPr>
        <p:spPr>
          <a:xfrm>
            <a:off x="3077560" y="2943756"/>
            <a:ext cx="4162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GND</a:t>
            </a:r>
          </a:p>
        </p:txBody>
      </p:sp>
    </p:spTree>
    <p:extLst>
      <p:ext uri="{BB962C8B-B14F-4D97-AF65-F5344CB8AC3E}">
        <p14:creationId xmlns:p14="http://schemas.microsoft.com/office/powerpoint/2010/main" val="14255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CC1C00-EBAA-C7A2-BA67-F100C42194D5}"/>
              </a:ext>
            </a:extLst>
          </p:cNvPr>
          <p:cNvSpPr txBox="1"/>
          <p:nvPr/>
        </p:nvSpPr>
        <p:spPr>
          <a:xfrm>
            <a:off x="4575175" y="2551837"/>
            <a:ext cx="30416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>
                <a:solidFill>
                  <a:srgbClr val="FF0000"/>
                </a:solidFill>
              </a:rPr>
              <a:t>Diagrama de GPS pendiente</a:t>
            </a:r>
          </a:p>
        </p:txBody>
      </p:sp>
    </p:spTree>
    <p:extLst>
      <p:ext uri="{BB962C8B-B14F-4D97-AF65-F5344CB8AC3E}">
        <p14:creationId xmlns:p14="http://schemas.microsoft.com/office/powerpoint/2010/main" val="380538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38</Words>
  <Application>Microsoft Office PowerPoint</Application>
  <PresentationFormat>Panorámica</PresentationFormat>
  <Paragraphs>20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</vt:vector>
  </TitlesOfParts>
  <Company>Caterpillar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Alvarez López</dc:creator>
  <cp:lastModifiedBy>Jorge Luis Alvarez López</cp:lastModifiedBy>
  <cp:revision>5</cp:revision>
  <dcterms:created xsi:type="dcterms:W3CDTF">2025-08-14T19:39:46Z</dcterms:created>
  <dcterms:modified xsi:type="dcterms:W3CDTF">2025-11-08T19:16:01Z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5e2db6-eecf-4aa2-8fc3-174bf94bce19_Enabled">
    <vt:lpwstr>true</vt:lpwstr>
  </property>
  <property fmtid="{D5CDD505-2E9C-101B-9397-08002B2CF9AE}" pid="3" name="MSIP_Label_fb5e2db6-eecf-4aa2-8fc3-174bf94bce19_SetDate">
    <vt:lpwstr>2025-08-14T19:54:55Z</vt:lpwstr>
  </property>
  <property fmtid="{D5CDD505-2E9C-101B-9397-08002B2CF9AE}" pid="4" name="MSIP_Label_fb5e2db6-eecf-4aa2-8fc3-174bf94bce19_Method">
    <vt:lpwstr>Standard</vt:lpwstr>
  </property>
  <property fmtid="{D5CDD505-2E9C-101B-9397-08002B2CF9AE}" pid="5" name="MSIP_Label_fb5e2db6-eecf-4aa2-8fc3-174bf94bce19_Name">
    <vt:lpwstr>fb5e2db6-eecf-4aa2-8fc3-174bf94bce19</vt:lpwstr>
  </property>
  <property fmtid="{D5CDD505-2E9C-101B-9397-08002B2CF9AE}" pid="6" name="MSIP_Label_fb5e2db6-eecf-4aa2-8fc3-174bf94bce19_SiteId">
    <vt:lpwstr>ceb177bf-013b-49ab-8a9c-4abce32afc1e</vt:lpwstr>
  </property>
  <property fmtid="{D5CDD505-2E9C-101B-9397-08002B2CF9AE}" pid="7" name="MSIP_Label_fb5e2db6-eecf-4aa2-8fc3-174bf94bce19_ActionId">
    <vt:lpwstr>adbbf6f8-4732-4d13-8b98-aaad5cf29c32</vt:lpwstr>
  </property>
  <property fmtid="{D5CDD505-2E9C-101B-9397-08002B2CF9AE}" pid="8" name="MSIP_Label_fb5e2db6-eecf-4aa2-8fc3-174bf94bce19_ContentBits">
    <vt:lpwstr>2</vt:lpwstr>
  </property>
  <property fmtid="{D5CDD505-2E9C-101B-9397-08002B2CF9AE}" pid="9" name="MSIP_Label_fb5e2db6-eecf-4aa2-8fc3-174bf94bce19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Caterpillar: Confidential Green</vt:lpwstr>
  </property>
</Properties>
</file>